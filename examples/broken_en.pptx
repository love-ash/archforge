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latin typeface="Arial"/>
              </a:rPr>
              <a:t>Korean summary: 구독 매출이 성장을 견인했습니다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quarter—subscriptions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spc="300">
                <a:solidFill>
                  <a:srgbClr val="1A1A1A"/>
                </a:solidFill>
                <a:ea typeface="맑은 고딕"/>
              </a:rPr>
              <a:t>Hangul label with tracking: 자간 데모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