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Arial"/>
              </a:rPr>
              <a:t>Q3 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</a:rPr>
              <a:t>Subscriptions now account for 41% of total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Key metrics improved quarter over quarter—subscriptions led the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" b="0">
                <a:solidFill>
                  <a:srgbClr val="1A1A1A"/>
                </a:solidFill>
                <a:ea typeface="맑은 고딕"/>
              </a:rPr>
              <a:t>Source: internal management accounts,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ea typeface="맑은 고딕"/>
              </a:rPr>
              <a:t>Key metrics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Revenue growth +18%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Operating margin 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4114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ea typeface="맑은 고딕"/>
              </a:rPr>
              <a:t>Next quarter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