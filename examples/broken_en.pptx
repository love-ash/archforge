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7315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A1A1A"/>
                </a:solidFill>
                <a:latin typeface="Arial"/>
              </a:rPr>
              <a:t>Q3 Results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3832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1A1A1A"/>
                </a:solidFill>
                <a:latin typeface="Arial"/>
              </a:rPr>
              <a:t>한국어 요약: 구독 매출이 성장을 견인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1A1A1A"/>
                </a:solidFill>
                <a:ea typeface="맑은 고딕"/>
              </a:rPr>
              <a:t>Key metrics improved quarter over quarter—subscriptions led the growth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603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spc="300">
                <a:solidFill>
                  <a:srgbClr val="1A1A1A"/>
                </a:solidFill>
                <a:ea typeface="맑은 고딕"/>
              </a:rPr>
              <a:t>자간이 벌어진 한글 라벨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093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" b="0">
                <a:solidFill>
                  <a:srgbClr val="1A1A1A"/>
                </a:solidFill>
                <a:ea typeface="맑은 고딕"/>
              </a:rPr>
              <a:t>Source: internal management accounts, 2026-06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7315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A1A1A"/>
                </a:solidFill>
                <a:ea typeface="맑은 고딕"/>
              </a:rPr>
              <a:t>Key metrics this quarter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1A1A1A"/>
                </a:solidFill>
                <a:ea typeface="맑은 고딕"/>
              </a:rPr>
              <a:t>Revenue growth +18%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28600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1A1A1A"/>
                </a:solidFill>
                <a:ea typeface="맑은 고딕"/>
              </a:rPr>
              <a:t>Operating margin 12.4%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411480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A1A1A"/>
                </a:solidFill>
                <a:ea typeface="맑은 고딕"/>
              </a:rPr>
              <a:t>Next quarter guidance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