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1A"/>
                </a:solidFill>
                <a:ea typeface="맑은 고딕"/>
              </a:rPr>
              <a:t>시장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ea typeface="맑은 고딕"/>
              </a:rPr>
              <a:t>본문 요지는 페이지마다 다르게 구성했습니다 (1)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0"/>
            <a:ext cx="2286000" cy="914400"/>
          </a:xfrm>
          <a:prstGeom prst="rect">
            <a:avLst/>
          </a:prstGeom>
          <a:solidFill>
            <a:srgbClr val="DDE3EA"/>
          </a:solidFill>
          <a:ln>
            <a:noFill/>
          </a:ln>
          <a:effectLst>
            <a:outerShdw blurRad="40000" dist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3657600"/>
            <a:ext cx="2286000" cy="914400"/>
          </a:xfrm>
          <a:prstGeom prst="rect">
            <a:avLst/>
          </a:prstGeom>
          <a:solidFill>
            <a:srgbClr val="DDE3EA"/>
          </a:solidFill>
          <a:ln>
            <a:noFill/>
          </a:ln>
          <a:effectLst>
            <a:outerShdw blurRad="40000" dist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1A"/>
                </a:solidFill>
                <a:ea typeface="맑은 고딕"/>
              </a:rPr>
              <a:t>경쟁 구도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ea typeface="맑은 고딕"/>
              </a:rPr>
              <a:t>본문 요지는 페이지마다 다르게 구성했습니다 (2)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023360"/>
            <a:ext cx="2286000" cy="914400"/>
          </a:xfrm>
          <a:prstGeom prst="rect">
            <a:avLst/>
          </a:prstGeom>
          <a:solidFill>
            <a:srgbClr val="DDE3EA"/>
          </a:solidFill>
          <a:ln>
            <a:noFill/>
          </a:ln>
          <a:effectLst>
            <a:outerShdw blurRad="40000" dist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0" y="4023360"/>
            <a:ext cx="2286000" cy="914400"/>
          </a:xfrm>
          <a:prstGeom prst="rect">
            <a:avLst/>
          </a:prstGeom>
          <a:solidFill>
            <a:srgbClr val="DDE3EA"/>
          </a:solidFill>
          <a:ln>
            <a:noFill/>
          </a:ln>
          <a:effectLst>
            <a:outerShdw blurRad="40000" dist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1A"/>
                </a:solidFill>
                <a:ea typeface="맑은 고딕"/>
              </a:rPr>
              <a:t>성장 전략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ea typeface="맑은 고딕"/>
              </a:rPr>
              <a:t>본문 요지는 페이지마다 다르게 구성했습니다 (3)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4389120"/>
            <a:ext cx="2286000" cy="914400"/>
          </a:xfrm>
          <a:prstGeom prst="rect">
            <a:avLst/>
          </a:prstGeom>
          <a:solidFill>
            <a:srgbClr val="DDE3EA"/>
          </a:solidFill>
          <a:ln>
            <a:noFill/>
          </a:ln>
          <a:effectLst>
            <a:outerShdw blurRad="40000" dist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4389120"/>
            <a:ext cx="2286000" cy="914400"/>
          </a:xfrm>
          <a:prstGeom prst="rect">
            <a:avLst/>
          </a:prstGeom>
          <a:solidFill>
            <a:srgbClr val="DDE3EA"/>
          </a:solidFill>
          <a:ln>
            <a:noFill/>
          </a:ln>
          <a:effectLst>
            <a:outerShdw blurRad="40000" dist="2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archforge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archforge</dc:creator>
  <cp:keywords/>
  <dc:description/>
  <cp:lastModifiedBy>archforge</cp:lastModifiedBy>
  <cp:revision>1</cp:revision>
  <dcterms:created xsi:type="dcterms:W3CDTF">2026-08-08T16:39:26Z</dcterms:created>
  <dcterms:modified xsi:type="dcterms:W3CDTF">2026-08-08T16:39:26Z</dcterms:modified>
  <cp:category/>
</cp:coreProperties>
</file>