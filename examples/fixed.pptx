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Arial"/>
                <a:ea typeface="맑은 고딕"/>
              </a:rPr>
              <a:t>3분기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ea typeface="맑은 고딕"/>
              </a:rPr>
              <a:t>자간을 되돌린 한글 강조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핵심 지표는 전 분기 대비 개선: 특히 구독 매출이 견인했습니다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1A"/>
                </a:solidFill>
                <a:ea typeface="맑은 고딕"/>
              </a:rPr>
              <a:t>출처: 사내 관리회계,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ea typeface="맑은 고딕"/>
              </a:rPr>
              <a:t>분기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매출 성장률 +18%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영업이익률 12.4%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ea typeface="맑은 고딕"/>
              </a:rPr>
              <a:t>다음 분기 가이던스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archforge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archforge</dc:creator>
  <cp:keywords/>
  <dc:description/>
  <cp:lastModifiedBy>archforge</cp:lastModifiedBy>
  <cp:revision>1</cp:revision>
  <dcterms:created xsi:type="dcterms:W3CDTF">2026-08-08T16:39:26Z</dcterms:created>
  <dcterms:modified xsi:type="dcterms:W3CDTF">2026-08-08T16:39:26Z</dcterms:modified>
  <cp:category/>
</cp:coreProperties>
</file>