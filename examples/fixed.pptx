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  <a:ea typeface="맑은 고딕"/>
              </a:rPr>
              <a:t>3분기 실적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ea typeface="맑은 고딕"/>
              </a:rPr>
              <a:t>자간을 되돌린 한글 강조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핵심 지표는 전 분기 대비 개선: 특히 구독 매출이 견인했습니다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1A1A1A"/>
                </a:solidFill>
                <a:ea typeface="맑은 고딕"/>
              </a:rPr>
              <a:t>출처: 사내 관리회계,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분기 핵심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매출 성장률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영업이익률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다음 분기 가이던스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