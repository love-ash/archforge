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Arial"/>
                <a:ea typeface="맑은 고딕"/>
              </a:rPr>
              <a:t>Q3 Results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1A"/>
                </a:solidFill>
              </a:rPr>
              <a:t>Subscriptions now account for 41% of total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  <a:ea typeface="맑은 고딕"/>
              </a:rPr>
              <a:t>Key metrics improved quarter over quarter: subscriptions led the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1A1A1A"/>
                </a:solidFill>
                <a:ea typeface="맑은 고딕"/>
              </a:rPr>
              <a:t>Source: internal management accounts,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ea typeface="맑은 고딕"/>
              </a:rPr>
              <a:t>Key metrics this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Revenue growth +18%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21945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Operating margin 12.4%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114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A1A"/>
                </a:solidFill>
                <a:ea typeface="맑은 고딕"/>
              </a:rPr>
              <a:t>Next quarter guidance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