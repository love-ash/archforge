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Arial"/>
                <a:ea typeface="맑은 고딕"/>
              </a:rPr>
              <a:t>Q3 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latin typeface="Arial"/>
                <a:ea typeface="맑은 고딕"/>
              </a:rPr>
              <a:t>한국어 요약: 구독 매출이 성장을 견인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ea typeface="맑은 고딕"/>
              </a:rPr>
              <a:t>Key metrics improved quarter over quarter: subscriptions led the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  <a:ea typeface="맑은 고딕"/>
              </a:rPr>
              <a:t>자간을 되돌린 한글 라벨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1A1A1A"/>
                </a:solidFill>
                <a:ea typeface="맑은 고딕"/>
              </a:rPr>
              <a:t>Source: internal management accounts,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ea typeface="맑은 고딕"/>
              </a:rPr>
              <a:t>Key metrics this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Revenue growth +18%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21945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Operating margin 12.4%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A1A"/>
                </a:solidFill>
                <a:ea typeface="맑은 고딕"/>
              </a:rPr>
              <a:t>Next quarter guidance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