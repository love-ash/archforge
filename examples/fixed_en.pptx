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Arial"/>
                <a:ea typeface="맑은 고딕"/>
              </a:rPr>
              <a:t>Q3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</a:rPr>
              <a:t>Subscriptions now account for 41% of total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A1A1A"/>
                </a:solidFill>
                <a:ea typeface="맑은 고딕"/>
              </a:rPr>
              <a:t>Key metrics improved quarter over quarter: subscriptions led the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A1A1A"/>
                </a:solidFill>
                <a:ea typeface="맑은 고딕"/>
              </a:rPr>
              <a:t>Source: internal management accounts,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ea typeface="맑은 고딕"/>
              </a:rPr>
              <a:t>Key metrics this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Revenue growth +18%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194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ea typeface="맑은 고딕"/>
              </a:rPr>
              <a:t>Operating margin 12.4%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ea typeface="맑은 고딕"/>
              </a:rPr>
              <a:t>Next quarter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archforge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archforge</dc:creator>
  <cp:keywords/>
  <dc:description/>
  <cp:lastModifiedBy>archforge</cp:lastModifiedBy>
  <cp:revision>1</cp:revision>
  <dcterms:created xsi:type="dcterms:W3CDTF">2026-08-08T16:39:26Z</dcterms:created>
  <dcterms:modified xsi:type="dcterms:W3CDTF">2026-08-08T16:39:26Z</dcterms:modified>
  <cp:category/>
</cp:coreProperties>
</file>