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ea typeface="맑은 고딕"/>
              </a:rPr>
              <a:t>Market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9144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ea typeface="맑은 고딕"/>
              </a:rPr>
              <a:t>Supporting body copy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ea typeface="맑은 고딕"/>
              </a:rPr>
              <a:t>Competitive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9144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ea typeface="맑은 고딕"/>
              </a:rPr>
              <a:t>Supporting body copy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ea typeface="맑은 고딕"/>
              </a:rPr>
              <a:t>Product Lineup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9144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ea typeface="맑은 고딕"/>
              </a:rPr>
              <a:t>Supporting body copy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ea typeface="맑은 고딕"/>
              </a:rPr>
              <a:t>Expansion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9144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ea typeface="맑은 고딕"/>
              </a:rPr>
              <a:t>Supporting body copy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ea typeface="맑은 고딕"/>
              </a:rPr>
              <a:t>Financial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9144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ea typeface="맑은 고딕"/>
              </a:rPr>
              <a:t>Supporting body copy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ea typeface="맑은 고딕"/>
              </a:rPr>
              <a:t>Next Steps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9144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ea typeface="맑은 고딕"/>
              </a:rPr>
              <a:t>Supporting body copy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