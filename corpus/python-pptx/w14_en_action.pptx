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Market grows 18% on subscriptions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Revenue reaches $12 million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Costs fall 8pp year over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Retention improves 2x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Margin expands after price cuts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Pipeline adds 40%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Supporting body copy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