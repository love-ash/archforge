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ea typeface="맑은 고딕"/>
              </a:rPr>
              <a:t>질의응답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9144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ea typeface="맑은 고딕"/>
              </a:rPr>
              <a:t>본문은 읽을 수 있는 크기로 들어갑니다.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ea typeface="맑은 고딕"/>
              </a:rPr>
              <a:t>참고 문헌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9144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ea typeface="맑은 고딕"/>
              </a:rPr>
              <a:t>본문은 읽을 수 있는 크기로 들어갑니다.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ea typeface="맑은 고딕"/>
              </a:rPr>
              <a:t>회사 소개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9144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ea typeface="맑은 고딕"/>
              </a:rPr>
              <a:t>본문은 읽을 수 있는 크기로 들어갑니다.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ea typeface="맑은 고딕"/>
              </a:rPr>
              <a:t>시장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9144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ea typeface="맑은 고딕"/>
              </a:rPr>
              <a:t>본문은 읽을 수 있는 크기로 들어갑니다.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ea typeface="맑은 고딕"/>
              </a:rPr>
              <a:t>매출 추이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9144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ea typeface="맑은 고딕"/>
              </a:rPr>
              <a:t>본문은 읽을 수 있는 크기로 들어갑니다.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