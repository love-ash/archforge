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1c1d8d3b9054dfb" /><Relationship Type="http://schemas.openxmlformats.org/package/2006/relationships/metadata/core-properties" Target="/docProps/core.xml" Id="R6c86689f6f2b4da8" /><Relationship Type="http://schemas.openxmlformats.org/officeDocument/2006/relationships/extended-properties" Target="/docProps/app.xml" Id="R88f41f4e733b42f7" /><Relationship Type="http://schemas.openxmlformats.org/officeDocument/2006/relationships/custom-properties" Target="/docProps/custom.xml" Id="Re3177779820c493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3f3b64ba71d7404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f3b64ba71d74042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c4dfff1e0149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f8adff3aa4c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4e31e376f147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72e6a426343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b200c6485449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b97232cdf764fc8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d383f92e843e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/>
              <a:t>Font slots resolve at render time</a:t>
            </a:r>
          </a:p>
        </p:txBody>
      </p:sp>
      <p:sp>
        <p:nvSpPr>
          <p:cNvPr id="100000" name="TextBox 2"/>
          <p:cNvSpPr txBox="1"/>
          <p:nvPr/>
        </p:nvSpPr>
        <p:spPr>
          <a:xfrm xmlns:a="http://schemas.openxmlformats.org/drawingml/2006/main">
            <a:off x="914400" y="2011680"/>
            <a:ext cx="7315200" cy="1097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/>
              <a:t>한글 본문이 기본 테마에서 폴백됩니다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OfficeCLI/1.0.135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2026-07-11T12:51:49Z</dcterms:created>
  <cp:lastModifiedBy>OfficeCLI</cp:lastModifiedBy>
  <dcterms:modified xsi:type="dcterms:W3CDTF">2026-07-11T12:51:49Z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1.0.135</vt:lpwstr>
  </op:property>
  <op:property fmtid="{D5CDD505-2E9C-101B-9397-08002B2CF9AE}" pid="3" name="OfficeCLI.LastModified">
    <vt:lpwstr xmlns:vt="http://schemas.openxmlformats.org/officeDocument/2006/docPropsVTypes">2026-07-11T12:51:56Z</vt:lpwstr>
  </op:property>
</op:Properties>
</file>