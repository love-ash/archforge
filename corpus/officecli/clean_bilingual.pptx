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4d89dc26303d4ffc" /><Relationship Type="http://schemas.openxmlformats.org/package/2006/relationships/metadata/core-properties" Target="/docProps/core.xml" Id="R596bc36e7adb4179" /><Relationship Type="http://schemas.openxmlformats.org/officeDocument/2006/relationships/extended-properties" Target="/docProps/app.xml" Id="Rc8c08404d9d8457f" /><Relationship Type="http://schemas.openxmlformats.org/officeDocument/2006/relationships/custom-properties" Target="/docProps/custom.xml" Id="R6680f69ec3004d6e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497485babbbf48fd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497485babbbf48fd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d95ccc2cbf4ef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954a3b51e54be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c8d3c840de4e3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be8d2129884e8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94921af902406c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1a6fb50e99084662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505c8380e04d8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/>
              <a:t>Composed pipeline sanity check</a:t>
            </a:r>
          </a:p>
        </p:txBody>
      </p:sp>
      <p:sp>
        <p:nvSpPr>
          <p:cNvPr id="100000" name="TextBox 2"/>
          <p:cNvSpPr txBox="1"/>
          <p:nvPr/>
        </p:nvSpPr>
        <p:spPr>
          <a:xfrm xmlns:a="http://schemas.openxmlformats.org/drawingml/2006/main">
            <a:off x="914400" y="2011680"/>
            <a:ext cx="7315200" cy="10972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ea typeface="Malgun Gothic"/>
              </a:rPr>
              <a:t>한글 본문에 동아시아 슬롯을 지정했습니다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OfficeCLI/1.0.135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2026-07-11T12:51:58Z</dcterms:created>
  <cp:lastModifiedBy>OfficeCLI</cp:lastModifiedBy>
  <dcterms:modified xsi:type="dcterms:W3CDTF">2026-07-11T12:51:58Z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1.0.135</vt:lpwstr>
  </op:property>
  <op:property fmtid="{D5CDD505-2E9C-101B-9397-08002B2CF9AE}" pid="3" name="OfficeCLI.LastModified">
    <vt:lpwstr xmlns:vt="http://schemas.openxmlformats.org/officeDocument/2006/docPropsVTypes">2026-07-11T12:52:05Z</vt:lpwstr>
  </op:property>
</op:Properties>
</file>